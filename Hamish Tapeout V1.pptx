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1C48-560A-B57A-83F8-3FFB44E78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15E70-78E0-A95E-9B9B-1FDC48E45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9076A-AC55-98A9-564A-7F4F9E45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E21D-4A7C-AC0B-C3AE-43E65ADB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D828D-AE71-984A-139B-96706256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555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9FCA-286A-D8BB-81A6-7CC5745F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59242-C32E-DFE5-CD2F-541E6673B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FEC6-C19D-EAF9-43D5-D7A41325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4E930-6B1C-2FE5-4639-E352C5E6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185E9-3089-9EDE-FB0A-E08C9A73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100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925C-DE89-DFE6-56BE-488E980D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285DE-EA22-640A-009B-E8BC2920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D5FDE-A7DD-3E73-9972-89387749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9399-34D8-D2CC-D5B0-1B360706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30A2-C3C0-90D8-3855-F55C217B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746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5A1E-8193-EAD0-5A7A-7F710E9F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3145-DEE9-39B4-4AC7-A68C63FBB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3E60B-2461-2731-1ADE-DF9B331E0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1FABA-5712-10E3-45BC-43CA8A1F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40A9E-3ACA-E349-EDDD-540355D3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424E1-A71D-A28A-3E65-2E994D3C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0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917C-E526-30FD-74D1-54375165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7F98B-F28F-89A4-35FA-8F942F9D0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906FB-3E91-3969-90E5-8D6BC8489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D2D98-9D43-8C3B-380C-F9FDAC1B5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10028-9471-B569-2CB1-7F9EC8F52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B431D8-7891-5E21-67FB-E70E6367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959F4-CC3D-D020-15FD-AEEDED20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B5364-0FA1-CDCF-B64F-FF12FAE6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5883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310D-0405-006D-8228-8F13D8E7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48FA5B-0540-A64C-E797-D8781FD2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1D4F9-7777-4E2D-7358-6B3A3671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E6844-4A80-E248-1A15-D59B5EB1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E2A26-9D29-02CB-AE22-FDC3B83C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2DDF3-F2CF-615B-225D-53C84198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7463A-62EF-C64D-F5A6-0CEA6C41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132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BF19-5ABC-B2EF-D81D-3FCD6E31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570A-F8E4-E055-1E0B-1A508C6D7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F9C91-9C28-6634-2260-6C326A084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990A8-378A-573C-68F3-C764F10A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5B5FF-6A69-CE83-505D-2CEFDECE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24B77-E1C8-054C-61AB-F20C78CA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673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8FE1-2CA1-8FCA-0658-6A5188EE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95D6C-2C8F-DE5C-4FC4-0613AAE72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54E03-3B3E-57AC-3738-AE30FF96A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F78A6-CBB5-04D4-37B7-F8126113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677E2-AB3A-7851-08A9-72AE04A9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0ADCE-644A-C110-F9D0-6ECE536D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723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135D-6A95-9DDC-7EDC-08779365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B9A39-A340-9BD6-13A4-2D72EF289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C3188-8953-7145-F688-6A04E0AD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ADBF1-7F7D-3373-1FC3-C230ACFA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4D6CF-9BA1-7842-1502-BFEE099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927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1F2F7-FDAC-CD12-85D6-083CE2ED4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88D81-8E0E-9D6F-D270-E32D0D564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7A030-CFB5-1979-D6BA-CEFCC9BE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6E6F9-3940-0E78-C198-E53CCA1B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E4C9-6754-1C09-89F0-C87E3A58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010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6B5FB-23E7-7312-DECB-ECDA49A1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34D39-4621-7391-8629-AF9196221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C43D8-62A2-1928-B9FD-C47B67ECE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9F1DE-943D-4546-86F5-9A7799D0971D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A6A9B-3C91-C459-D97F-0E0AF4391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A774F-F1F8-820C-A8CB-6C389E3F5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090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941-D52C-9F54-CF53-858DA779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340112-6AB1-726F-380B-EDEFDF68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71" y="1038225"/>
            <a:ext cx="10683067" cy="5629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A59990-2944-EA12-35A1-DB6048735D09}"/>
              </a:ext>
            </a:extLst>
          </p:cNvPr>
          <p:cNvSpPr txBox="1"/>
          <p:nvPr/>
        </p:nvSpPr>
        <p:spPr>
          <a:xfrm>
            <a:off x="1115568" y="210312"/>
            <a:ext cx="10277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latin typeface="+mj-lt"/>
              </a:rPr>
              <a:t>Hamish Design V1</a:t>
            </a:r>
          </a:p>
        </p:txBody>
      </p:sp>
    </p:spTree>
    <p:extLst>
      <p:ext uri="{BB962C8B-B14F-4D97-AF65-F5344CB8AC3E}">
        <p14:creationId xmlns:p14="http://schemas.microsoft.com/office/powerpoint/2010/main" val="414534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CC22-960D-6F06-9703-AA600FAF4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5D0857E-3413-0871-EC47-5660387FD80A}"/>
              </a:ext>
            </a:extLst>
          </p:cNvPr>
          <p:cNvGrpSpPr/>
          <p:nvPr/>
        </p:nvGrpSpPr>
        <p:grpSpPr>
          <a:xfrm>
            <a:off x="3069564" y="0"/>
            <a:ext cx="6580074" cy="3467267"/>
            <a:chOff x="0" y="-1"/>
            <a:chExt cx="6580074" cy="34672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9920BDA-E34F-E084-5A7C-AFE1965B7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6580074" cy="346726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5BECE78-C914-56A1-0A02-C42747FA2F16}"/>
                </a:ext>
              </a:extLst>
            </p:cNvPr>
            <p:cNvSpPr/>
            <p:nvPr/>
          </p:nvSpPr>
          <p:spPr>
            <a:xfrm>
              <a:off x="212598" y="164592"/>
              <a:ext cx="292227" cy="1016508"/>
            </a:xfrm>
            <a:prstGeom prst="rect">
              <a:avLst/>
            </a:prstGeom>
            <a:solidFill>
              <a:srgbClr val="D9F2D0">
                <a:alpha val="14118"/>
              </a:srgb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ADAEAEC-B786-1533-13B0-ED8BE1137945}"/>
                </a:ext>
              </a:extLst>
            </p:cNvPr>
            <p:cNvSpPr/>
            <p:nvPr/>
          </p:nvSpPr>
          <p:spPr>
            <a:xfrm>
              <a:off x="504825" y="164592"/>
              <a:ext cx="895350" cy="103602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4118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4F5382-E62C-3389-A225-FA2A80C6A39D}"/>
                </a:ext>
              </a:extLst>
            </p:cNvPr>
            <p:cNvSpPr/>
            <p:nvPr/>
          </p:nvSpPr>
          <p:spPr>
            <a:xfrm flipH="1">
              <a:off x="212594" y="1226012"/>
              <a:ext cx="2886203" cy="1758488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4118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B6FB6E-A9A3-E8B3-31A7-4A8D88C80F0E}"/>
                </a:ext>
              </a:extLst>
            </p:cNvPr>
            <p:cNvSpPr/>
            <p:nvPr/>
          </p:nvSpPr>
          <p:spPr>
            <a:xfrm flipH="1">
              <a:off x="3158995" y="1441450"/>
              <a:ext cx="3083054" cy="168275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14118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2AFEE2-728E-55F7-D07A-AD3EA77881C7}"/>
                </a:ext>
              </a:extLst>
            </p:cNvPr>
            <p:cNvSpPr/>
            <p:nvPr/>
          </p:nvSpPr>
          <p:spPr>
            <a:xfrm flipH="1">
              <a:off x="1425574" y="164592"/>
              <a:ext cx="895350" cy="1016508"/>
            </a:xfrm>
            <a:prstGeom prst="rect">
              <a:avLst/>
            </a:prstGeom>
            <a:solidFill>
              <a:srgbClr val="FFFF00">
                <a:alpha val="14118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872C5A-B424-A4D8-F620-EDCDA3F6C1CA}"/>
                </a:ext>
              </a:extLst>
            </p:cNvPr>
            <p:cNvSpPr/>
            <p:nvPr/>
          </p:nvSpPr>
          <p:spPr>
            <a:xfrm flipH="1">
              <a:off x="2349498" y="184104"/>
              <a:ext cx="2749551" cy="101650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4118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062A31C-5E24-BCAC-A504-A2D89EB1CC2B}"/>
              </a:ext>
            </a:extLst>
          </p:cNvPr>
          <p:cNvSpPr/>
          <p:nvPr/>
        </p:nvSpPr>
        <p:spPr>
          <a:xfrm>
            <a:off x="3282159" y="3575304"/>
            <a:ext cx="5322345" cy="30985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E073E7-6670-73D9-4DAF-CBB231BC316E}"/>
              </a:ext>
            </a:extLst>
          </p:cNvPr>
          <p:cNvGrpSpPr/>
          <p:nvPr/>
        </p:nvGrpSpPr>
        <p:grpSpPr>
          <a:xfrm>
            <a:off x="3473396" y="3651371"/>
            <a:ext cx="4962655" cy="2894482"/>
            <a:chOff x="6792668" y="164592"/>
            <a:chExt cx="4962655" cy="28944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059118-3A38-638C-A43F-D313CC5B25A5}"/>
                </a:ext>
              </a:extLst>
            </p:cNvPr>
            <p:cNvSpPr/>
            <p:nvPr/>
          </p:nvSpPr>
          <p:spPr>
            <a:xfrm rot="16200000">
              <a:off x="6322717" y="634545"/>
              <a:ext cx="1183617" cy="243714"/>
            </a:xfrm>
            <a:prstGeom prst="rect">
              <a:avLst/>
            </a:prstGeom>
            <a:solidFill>
              <a:srgbClr val="D9F2D0">
                <a:alpha val="14118"/>
              </a:srgb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err="1">
                  <a:solidFill>
                    <a:schemeClr val="tx1"/>
                  </a:solidFill>
                </a:rPr>
                <a:t>LoopBack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7B3D56-2294-A0F1-BE44-4456417D8ED4}"/>
                </a:ext>
              </a:extLst>
            </p:cNvPr>
            <p:cNvSpPr/>
            <p:nvPr/>
          </p:nvSpPr>
          <p:spPr>
            <a:xfrm>
              <a:off x="7103947" y="164592"/>
              <a:ext cx="961060" cy="11836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4118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Length Test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9803D-A836-FE35-AC0D-17E80C28510E}"/>
                </a:ext>
              </a:extLst>
            </p:cNvPr>
            <p:cNvSpPr/>
            <p:nvPr/>
          </p:nvSpPr>
          <p:spPr>
            <a:xfrm flipH="1">
              <a:off x="6792668" y="1376324"/>
              <a:ext cx="2749549" cy="168275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4118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MZI Testers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81B0A9-9B65-E87D-5878-CC8C4C4A5F4F}"/>
                </a:ext>
              </a:extLst>
            </p:cNvPr>
            <p:cNvSpPr/>
            <p:nvPr/>
          </p:nvSpPr>
          <p:spPr>
            <a:xfrm flipH="1">
              <a:off x="9678873" y="1376324"/>
              <a:ext cx="2076450" cy="168275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14118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MZI with heaters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BCE16C-AC2B-8218-9FB2-78B2FFE3F4E3}"/>
                </a:ext>
              </a:extLst>
            </p:cNvPr>
            <p:cNvSpPr/>
            <p:nvPr/>
          </p:nvSpPr>
          <p:spPr>
            <a:xfrm flipH="1">
              <a:off x="8132571" y="164592"/>
              <a:ext cx="961060" cy="1183618"/>
            </a:xfrm>
            <a:prstGeom prst="rect">
              <a:avLst/>
            </a:prstGeom>
            <a:solidFill>
              <a:srgbClr val="FFFF00">
                <a:alpha val="14118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err="1">
                  <a:solidFill>
                    <a:schemeClr val="tx1"/>
                  </a:solidFill>
                </a:rPr>
                <a:t>R_bend</a:t>
              </a:r>
              <a:r>
                <a:rPr lang="en-CA" dirty="0">
                  <a:solidFill>
                    <a:schemeClr val="tx1"/>
                  </a:solidFill>
                </a:rPr>
                <a:t> Test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AE0046-A282-081E-54C6-B53389C8A88A}"/>
                </a:ext>
              </a:extLst>
            </p:cNvPr>
            <p:cNvSpPr/>
            <p:nvPr/>
          </p:nvSpPr>
          <p:spPr>
            <a:xfrm flipH="1">
              <a:off x="9161194" y="164592"/>
              <a:ext cx="1759789" cy="118361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4118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Directional Coupler Testers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41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Hamish Johnson</dc:creator>
  <cp:lastModifiedBy>Hamish Johnson</cp:lastModifiedBy>
  <cp:revision>1</cp:revision>
  <dcterms:created xsi:type="dcterms:W3CDTF">2026-02-05T00:58:58Z</dcterms:created>
  <dcterms:modified xsi:type="dcterms:W3CDTF">2026-02-05T01:07:12Z</dcterms:modified>
</cp:coreProperties>
</file>